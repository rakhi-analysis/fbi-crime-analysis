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0039" y="0"/>
            <a:ext cx="12174623" cy="70398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341" y="-169607"/>
            <a:ext cx="12446681" cy="71972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5343" y="0"/>
            <a:ext cx="12361663" cy="71480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5677" y="0"/>
            <a:ext cx="12192000" cy="7049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0376" y="-68826"/>
            <a:ext cx="12055597" cy="71283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8823" y="0"/>
            <a:ext cx="12157619" cy="70300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6853" y="0"/>
            <a:ext cx="12157619" cy="70300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Rakhi Chakrabarty</cp:lastModifiedBy>
  <cp:revision>2</cp:revision>
  <dcterms:created xsi:type="dcterms:W3CDTF">2013-01-27T09:14:16Z</dcterms:created>
  <dcterms:modified xsi:type="dcterms:W3CDTF">2025-05-01T06:04:32Z</dcterms:modified>
  <cp:category/>
</cp:coreProperties>
</file>